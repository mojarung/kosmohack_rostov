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619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i/Mai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619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i/Why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619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i/Model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619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i/Anomaly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619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i/Case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619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i/Chart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619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i/Feature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619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i/Checklis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619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i/Vide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619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i/Dem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MISIS_MOJARUNG</dc:title>
  <dc:subject>PptxGenJS Presentation</dc:subject>
  <dc:creator>PptxGenJS</dc:creator>
  <cp:lastModifiedBy>PptxGenJS</cp:lastModifiedBy>
  <cp:revision>1</cp:revision>
  <dcterms:created xsi:type="dcterms:W3CDTF">2026-09-06T02:44:18Z</dcterms:created>
  <dcterms:modified xsi:type="dcterms:W3CDTF">2026-09-06T02:44:18Z</dcterms:modified>
</cp:coreProperties>
</file>